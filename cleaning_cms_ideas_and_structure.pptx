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220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-274320"/>
            <a:ext cx="2926080" cy="29260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cleaning-cms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</a:rPr>
              <a:t>Approach A Implementation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Post-normalization cleaning step for CMS Medicare/Medicaid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7355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327355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3657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327355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26280" y="3657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</a:rPr>
              <a:t>Where cleaning-cms fits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One step in a five-stage CMS pipeline — sits between normalization and materialization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13385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</a:rPr>
              <a:t>Raw parquet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6032" y="15361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source files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115568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13385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</a:rPr>
              <a:t>Harmonize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15361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rename &amp; recast cols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01568" y="1115568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01568" y="113385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</a:rPr>
              <a:t>Normalize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01568" y="15361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build_tables → arrays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74336" y="1115568"/>
            <a:ext cx="14630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74336" y="113385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clean-cms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74336" y="15361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BF1"/>
                </a:solidFill>
              </a:rPr>
              <a:t>← we are here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47104" y="1115568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47104" y="113385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</a:rPr>
              <a:t>Materialize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47104" y="15361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analysis-ready tables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19072" y="13441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13441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608" y="13441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37376" y="13441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214884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</a:rPr>
              <a:t>What this step does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2542032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2542032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256032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Input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" y="27249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Takes {table}_{yr_min}_{yr_max}_</a:t>
            </a:r>
            <a:r>
              <a:rPr lang="en-US" sz="950" dirty="0" err="1">
                <a:solidFill>
                  <a:srgbClr val="475569"/>
                </a:solidFill>
              </a:rPr>
              <a:t>array.parquet</a:t>
            </a:r>
            <a:r>
              <a:rPr lang="en-US" sz="950" dirty="0">
                <a:solidFill>
                  <a:srgbClr val="475569"/>
                </a:solidFill>
              </a:rPr>
              <a:t>: one row per entity with array-valued columns produced by build_tables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15468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1480" y="3154680"/>
            <a:ext cx="54864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317296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Job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" y="3328416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Resolves each array-valued column to a single scalar value using configurable named strategies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767328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1480" y="3767328"/>
            <a:ext cx="54864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0352" y="378561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Job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" y="3941064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Applies explicit cleaning rules for data problems flagged by normalization QC across years, rows, and columns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379976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11480" y="4379976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0352" y="439826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Output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" y="4517136"/>
            <a:ext cx="3840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Writes {table}_{yr_min}_{yr_max}_</a:t>
            </a:r>
            <a:r>
              <a:rPr lang="en-US" sz="950" dirty="0" err="1">
                <a:solidFill>
                  <a:srgbClr val="475569"/>
                </a:solidFill>
              </a:rPr>
              <a:t>clean.parquet</a:t>
            </a:r>
            <a:r>
              <a:rPr lang="en-US" sz="950" dirty="0">
                <a:solidFill>
                  <a:srgbClr val="475569"/>
                </a:solidFill>
              </a:rPr>
              <a:t>: one flat row per primary key, conflicts resolved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63440" y="21488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</a:rPr>
              <a:t>Conflict patterns the step resolves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63440" y="2542032"/>
            <a:ext cx="420624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36592" y="25420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Array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16752" y="254203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n_distinct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02552" y="25420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Meaning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936992" y="2542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Action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035808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36592" y="30358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[2,2,2]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16752" y="303580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702552" y="303580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Stable value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36992" y="30358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Pass through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3529584"/>
            <a:ext cx="4206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36592" y="352958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[1,2,2]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016752" y="352958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02552" y="352958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Conflicting values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936992" y="352958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Apply strategy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402336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36592" y="4023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[null,2,null]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016752" y="402336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02552" y="4023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Effectively stable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936992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Prefer non-null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63440" y="4517136"/>
            <a:ext cx="4206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36592" y="451713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[null,null,null]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16752" y="4517136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702552" y="451713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Always missing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936992" y="451713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Return NULL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</a:rPr>
              <a:t>Repository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" y="1133856"/>
            <a:ext cx="3291840" cy="2934997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cleaning-cms/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8912" y="1367028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" y="1563624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config.yaml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760220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cleaning/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956816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beneficiaries.yaml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153412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src/clean_cms/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350008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cleaner.py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546604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resolver.py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743200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query_builder.py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939796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executor.py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3136392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registry.py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3332988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rules.py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3529584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utils.py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3726180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3922776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" y="3721608"/>
            <a:ext cx="31546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run.py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22192" y="1115568"/>
            <a:ext cx="501091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22192" y="1115568"/>
            <a:ext cx="54864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13632" y="113385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run.py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13632" y="1335024"/>
            <a:ext cx="484632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Hydra entry point. Reads both configs, builds input/output paths, calls clean_table().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822192" y="1586484"/>
            <a:ext cx="501091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822192" y="1586484"/>
            <a:ext cx="54864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13632" y="160477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conf/config.yaml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13632" y="1805940"/>
            <a:ext cx="484632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Operational config: paths, table, years, dry_run. Managed by Hydra. Override on CLI.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822192" y="2057400"/>
            <a:ext cx="501091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22192" y="2057400"/>
            <a:ext cx="54864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13632" y="2075688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conf/cleaning/*.yaml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13632" y="2276856"/>
            <a:ext cx="484632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Per-table cleaning rules. One strategy per column. yaml.safe_load prevents SQL interpolation.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3822192" y="2528316"/>
            <a:ext cx="501091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822192" y="2528316"/>
            <a:ext cx="54864" cy="429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13632" y="2546604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cleaner.py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913632" y="2747772"/>
            <a:ext cx="484632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Thin orchestrator. No logic — calls utils → resolver → query_builder → executor in order.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3822192" y="2999232"/>
            <a:ext cx="501091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822192" y="2999232"/>
            <a:ext cx="54864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913632" y="301752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resolver + registry + rules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913632" y="3218688"/>
            <a:ext cx="484632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Three modules that only build SQL strings. No DuckDB connections, no file I/O.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3822192" y="3470148"/>
            <a:ext cx="501091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822192" y="3470148"/>
            <a:ext cx="54864" cy="429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913632" y="348843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query_builder.py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913632" y="3689604"/>
            <a:ext cx="484632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Assembles all resolved expressions into one SELECT. Wraps with across_columns REPLACE clause.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3822192" y="3941064"/>
            <a:ext cx="501091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822192" y="3941064"/>
            <a:ext cx="54864" cy="429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913632" y="395935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executor.py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913632" y="4160520"/>
            <a:ext cx="484632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Only module that touches DuckDB and files. Runs query, writes output. Handles dry_run via EXPLAIN.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3913632" y="4631436"/>
            <a:ext cx="484632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</a:rPr>
              <a:t>Design choice 1: Approach A (Strategy Registry)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2999"/>
            <a:ext cx="1920240" cy="113922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31673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YAML config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68780"/>
            <a:ext cx="192024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BF1"/>
                </a:solidFill>
              </a:rPr>
              <a:t>strategy: mode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31720" y="1389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87752" y="1142999"/>
            <a:ext cx="1920240" cy="113922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87752" y="1161288"/>
            <a:ext cx="1920240" cy="4617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registry.py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87752" y="16459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BF1"/>
                </a:solidFill>
              </a:rPr>
              <a:t>name → SQL function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07992" y="1389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64024" y="1143000"/>
            <a:ext cx="1920240" cy="11392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1161288"/>
            <a:ext cx="1920240" cy="4617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DuckDB 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4024" y="1623060"/>
            <a:ext cx="1920240" cy="388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BF1"/>
                </a:solidFill>
              </a:rPr>
              <a:t>list_mode(...)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84264" y="1389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40296" y="1142999"/>
            <a:ext cx="1920240" cy="113921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0296" y="1161288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 value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0296" y="1623060"/>
            <a:ext cx="1920240" cy="388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BF1"/>
                </a:solidFill>
              </a:rPr>
              <a:t>one scalar per person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27889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Built-in strategies and why each exists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145536"/>
            <a:ext cx="8412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314553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31455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Most columns with conflicts should use the most commonly recorded value, robust to occasional miscoding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223760" y="314553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race_cd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415284"/>
            <a:ext cx="841248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3415284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34152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For dates like bene_dob, the earliest recording is most likely correct, later ones may be transcription errors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3415284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bene_dob, death_dt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685032"/>
            <a:ext cx="8412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" y="368503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most_recent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03120" y="368503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For address or enrollment variables that legitimately change over time, the latest value is most relevant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23760" y="3685032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state_cd, bene_zip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3954780"/>
            <a:ext cx="841248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" y="395478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prefer_nonmissing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395478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Some codes (e.g. 0 = unknown) are placeholders. Skip those and prefer a real value; fall back to mode if all are placeholders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23760" y="3954780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sex_cd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4224528"/>
            <a:ext cx="8412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" y="422452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ever_nonzero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03120" y="42245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For eligibility flags, if a person was ever enrolled/eligible, that fact should be preserved regardless of later changes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23760" y="4224528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dual_elgbl_cd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" y="4494276"/>
            <a:ext cx="841248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" y="449427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require_stable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103120" y="44942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For variables that should never change (e.g. certain IDs), force NULL if there is any conflict surface the problem rather than guess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23760" y="449427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— (safety net)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" y="4764024"/>
            <a:ext cx="8412480" cy="24688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5488" y="4764024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escape hatch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103120" y="4764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For the rare column whose logic cannot be expressed by any named strategy, raw DuckDB SQL can be placed directly in the config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223760" y="4764024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e.g. elgblty_grp_cd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Design choice 2: Cleaning rules beyond array resolution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1188720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0" y="118872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BUILT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across_years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What: The same entity has different values for a column across different years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Examples: sex_cd changes from 1 to 2 between 2008 and 2010  ·  race_cd recorded differently in different years  ·  HMO indicator fluctuates year to year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8470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Why this approach: Arrays are ordered by year upstream. Instead of just taking mode blindly, across_years rules let you specify a different response per column. e.g. prefer the most recent non-missing code for sex_cd because a later update is more likely to be correct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0939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Actions: mode: take most common value across years  |  </a:t>
            </a:r>
            <a:r>
              <a:rPr lang="en-US" sz="900" b="1" dirty="0" err="1">
                <a:solidFill>
                  <a:srgbClr val="0D9488"/>
                </a:solidFill>
              </a:rPr>
              <a:t>prefer_nonmissing</a:t>
            </a:r>
            <a:r>
              <a:rPr lang="en-US" sz="900" b="1" dirty="0">
                <a:solidFill>
                  <a:srgbClr val="0D9488"/>
                </a:solidFill>
              </a:rPr>
              <a:t>: skip missing codes, prefer real value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441448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441448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0" y="2514600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0" y="251460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BUILT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2496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across_columns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770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What: Values within a single resolved row violate a logical rule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97180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Examples: death_dt is before bene_dob  ·  enrollment end date before start date  ·  discharge before admission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1729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Why this approach: These checks run as a second-pass SELECT after the main resolution query using DuckDB's SELECT * REPLACE pattern. They cannot be expressed as single-column strategies because they depend on the relationship between two already-resolved columns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41985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Actions: </a:t>
            </a:r>
            <a:r>
              <a:rPr lang="en-US" sz="900" b="1" dirty="0" err="1">
                <a:solidFill>
                  <a:srgbClr val="0D9488"/>
                </a:solidFill>
              </a:rPr>
              <a:t>date_order</a:t>
            </a:r>
            <a:r>
              <a:rPr lang="en-US" sz="900" b="1" dirty="0">
                <a:solidFill>
                  <a:srgbClr val="0D9488"/>
                </a:solidFill>
              </a:rPr>
              <a:t>: null the later date if it precedes the earlier one  |  on_violation options: null_later, null_earlier, null_both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767328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767328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0" y="3840480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0" y="384048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PLANNED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38221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across_rows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0965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What: Multiple records for the same entity conflict with or overlap each other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29768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Examples: Overlapping enrollment periods for same bene_id  ·  Duplicate admissions on same date  ·  Inconsistent death/enrollment relationships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4988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Why this approach: Approach A is not suitable here these checks require joins, ordering, and multi-pass logic. The brainstorm doc recommends Approach D2 (full SQL query with CTEs) for this. Deferred until real normalization outputs are available to understand what the actual problems look like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74573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Actions: To be implemented via Approach D2 external .sql files with CTEs  |  Scope defined after real data QC reports are available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</a:rPr>
              <a:t>Design choice 3: Two-config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WHY: runner config and cleaning rules have different concerns and different audiences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64008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69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14300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conf/config.yaml — Runner config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1600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208" y="1645920"/>
            <a:ext cx="3867912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Why: Controls operational concerns: where files live, which table, which years, dry_run mode. Hydra adds CLI override support (python run.py table=mbsf dry_run=true) and composable config groups so you can swap in different tables without editing the file.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" y="2898648"/>
            <a:ext cx="3867912" cy="12984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053038"/>
            <a:ext cx="3721608" cy="16835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beneficiaries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year_min: 2008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year_max: 2010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input_dir: data/normalized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output_dir: data/cleaned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dry_run: false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72584" y="1069848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64008" cy="3749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06908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73168" y="114300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conf/cleaning/beneficiaries.yaml — Cleaning rules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1600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73168" y="1527048"/>
            <a:ext cx="386791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475569"/>
                </a:solidFill>
              </a:rPr>
              <a:t>Specifies the cleaning logic for the beneficiaries table by assigning a strategy to each column (e.g., mode, most recent, prefer non-missing) and defining rules to handle inconsistencies in the data.</a:t>
            </a:r>
          </a:p>
        </p:txBody>
      </p:sp>
      <p:sp>
        <p:nvSpPr>
          <p:cNvPr id="20" name="Shape 18"/>
          <p:cNvSpPr/>
          <p:nvPr/>
        </p:nvSpPr>
        <p:spPr>
          <a:xfrm>
            <a:off x="4773168" y="2898648"/>
            <a:ext cx="3867912" cy="13075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053038"/>
            <a:ext cx="3721608" cy="102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sex_cd: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strategy: prefer_nonmissing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missing_codes: [0]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state_cd: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strategy: most_recent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</a:rPr>
              <a:t>Design choice 4: Single-responsibility modules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WHY: each module has one job so changes to one area do not break others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Before refactor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200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297180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EF4444"/>
                </a:solidFill>
              </a:rPr>
              <a:t>cleaner.py  (200+ lines)
</a:t>
            </a:r>
            <a:r>
              <a:rPr lang="en-US" sz="1000" dirty="0">
                <a:solidFill>
                  <a:srgbClr val="475569"/>
                </a:solidFill>
              </a:rPr>
              <a:t>  ✗ inspects schema
  ✗ decides expressions
  ✗ assembles SQL
  ✗ runs DuckDB
  ✗ writes parquet
  ✗ handles dry_run
</a:t>
            </a:r>
            <a:r>
              <a:rPr lang="en-US" sz="1000" i="1" dirty="0">
                <a:solidFill>
                  <a:srgbClr val="EF4444"/>
                </a:solidFill>
              </a:rPr>
              <a:t>Problem: adding claims table logic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F4444"/>
                </a:solidFill>
              </a:rPr>
              <a:t>means editing this one file and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F4444"/>
                </a:solidFill>
              </a:rPr>
              <a:t>risking breaking everything else.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490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06240" y="1024128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After refactor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298448"/>
            <a:ext cx="4617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79392" y="1353312"/>
            <a:ext cx="446227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15968" y="135331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cleaner.py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16752" y="13533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Orchestrator — calls others in order, zero logic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79392" y="1659636"/>
            <a:ext cx="44622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15968" y="165963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16752" y="165963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Schema inspection, coverage checks, is_array_type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79392" y="1965960"/>
            <a:ext cx="446227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15968" y="196596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resolver.py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16752" y="19659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Decides which SQL expression per column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79392" y="2272284"/>
            <a:ext cx="44622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15968" y="227228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16752" y="227228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Strategy name → DuckDB SQL string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79392" y="2578608"/>
            <a:ext cx="446227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15968" y="25786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rules.py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16752" y="25786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across_years + across_columns → SQL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79392" y="2884932"/>
            <a:ext cx="44622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15968" y="288493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query_builder.py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16752" y="28849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Assembles SELECT string, never runs anything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79392" y="3191256"/>
            <a:ext cx="446227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15968" y="319125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executor.py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16752" y="319125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Only file that touches DuckDB and parquet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822192"/>
            <a:ext cx="841248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162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858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</a:rPr>
              <a:t>Why this matters going forward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1605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→  Adding a claims table only requires new logic in </a:t>
            </a:r>
            <a:r>
              <a:rPr lang="en-US" sz="1000" dirty="0" err="1">
                <a:solidFill>
                  <a:srgbClr val="E2E8F0"/>
                </a:solidFill>
              </a:rPr>
              <a:t>resolver.py</a:t>
            </a:r>
            <a:r>
              <a:rPr lang="en-US" sz="1000" dirty="0">
                <a:solidFill>
                  <a:srgbClr val="E2E8F0"/>
                </a:solidFill>
              </a:rPr>
              <a:t>, cleaner.py never changes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3982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→  Adding output QC only requires changes to </a:t>
            </a:r>
            <a:r>
              <a:rPr lang="en-US" sz="1000" dirty="0" err="1">
                <a:solidFill>
                  <a:srgbClr val="E2E8F0"/>
                </a:solidFill>
              </a:rPr>
              <a:t>executor.py</a:t>
            </a:r>
            <a:r>
              <a:rPr lang="en-US" sz="1000" dirty="0">
                <a:solidFill>
                  <a:srgbClr val="E2E8F0"/>
                </a:solidFill>
              </a:rPr>
              <a:t>, query assembly is untouched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63600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1443</Words>
  <Application>Microsoft Macintosh PowerPoint</Application>
  <PresentationFormat>On-screen Show (16:9)</PresentationFormat>
  <Paragraphs>181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cleaning-cms: Progress Update</dc:title>
  <dc:subject>PptxGenJS Presentation</dc:subject>
  <dc:creator>PptxGenJS</dc:creator>
  <cp:lastModifiedBy>Patlannagari, Akshara Reddy</cp:lastModifiedBy>
  <cp:revision>4</cp:revision>
  <dcterms:created xsi:type="dcterms:W3CDTF">2026-05-06T09:43:28Z</dcterms:created>
  <dcterms:modified xsi:type="dcterms:W3CDTF">2026-05-06T14:57:38Z</dcterms:modified>
</cp:coreProperties>
</file>